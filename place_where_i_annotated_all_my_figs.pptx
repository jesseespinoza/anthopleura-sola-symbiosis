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>
        <p:scale>
          <a:sx n="71" d="100"/>
          <a:sy n="71" d="100"/>
        </p:scale>
        <p:origin x="270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1286F-A017-41D5-A831-BA2A23F1C42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12527-AF03-410B-9862-BECEDC038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1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2527-AF03-410B-9862-BECEDC0386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16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2527-AF03-410B-9862-BECEDC0386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3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2527-AF03-410B-9862-BECEDC0386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2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4B3B1-E706-DBB6-3892-A695E9332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6085D-F0BF-B098-C120-779281CC5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DC530-C254-ACFF-2F70-A307D3B8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AF258-BB3E-8ED4-E176-1FF389E4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B8A3F-B70A-3323-3C19-BFA3205D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AD14-A6CD-9262-B123-94A54BEE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DEA49-F964-3C02-09BC-C84B20FD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77CD3-E39E-CE95-49FA-F4F2762F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54734-B1B8-9043-167D-9770B5AE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39B2-A013-A09D-C899-F89616E4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BEBA-C72D-CB95-8D77-5A830A81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4A85B-C05F-236D-BFE0-6C7286B90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1F30-BE55-5302-3072-9C807843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6A43F-F7EF-4172-4D61-043EB35C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F7E28-1FD4-7DCA-E8B9-FDA02C7B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6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D2DD-EABD-ED78-35FA-70D11840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6E309-E5B2-39FF-459D-4990E662E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76ABA-C7C7-780C-23F9-608B98E66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D8F9A-5471-DE17-F368-628E22C8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FA95-4F51-285E-5203-7022DECE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548F9-FC58-759D-3D1A-CBCFAE73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8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4016-9D56-AE7E-78E9-2669A525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A693-03E9-39BC-DDB2-1656BAC76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71CE6-007B-E1DC-728E-595E2F83B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AA0C5-A839-DE6E-B085-B94A1595E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C2D4F-3078-57C5-3783-7B9CF57D8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1E0FA-0B01-C875-5899-5B052B28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92F88-99B7-8077-EEBF-2C55496B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0A7D1-E86B-0DAD-007B-A3BD7C45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86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B538-2B7B-C911-FAA0-4BC2F238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F032C-952D-43E8-E4A1-254E78D4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E97AF-BF35-D6DF-553D-B79C8F20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3F622-3B92-9D73-FAC9-4F4279AC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A4BAC-1B26-E81E-F651-FF2CA6378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2088D-B6DB-870F-6574-6264191F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C5505-B215-0A1F-D3E1-66569742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6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D835-1CA6-22FD-5284-9E9FA9C1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D239C-38FC-F65B-F31F-7163D2C64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B7DFE-E96D-2059-F155-2D441E273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152C4-C679-D7AA-C7E4-76919EF3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72E4C-FE99-83CC-1654-77F80768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DCF1-7F25-B3CC-8C50-2504F909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0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8365-A37F-BC87-1BA7-75990CE7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345BC-DC2F-EE02-8781-5C779E607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FE085-B1D9-756E-164B-AA59A687D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9E92-A3B9-A0BA-26A6-253803C0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6F65F-08DD-645B-36D0-2E968B95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6468B-B905-CEBC-F3FC-CB4C304C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3389-F004-FCAF-93E0-CE1E7CBB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AF86D-B753-CC35-B3C2-D9DE1A2B3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3F6C-1941-DD08-89DB-E8500FCC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AD343-9DF9-A589-60D4-9BF13235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6430E-4649-C433-5A29-4642CF9B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37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C59C3-B029-3008-3BEE-73A636649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45B13-00A7-302F-6EE8-0D7DC4B7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E5AF6-133A-120B-706D-BE6719C8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16C4A-97BC-70E6-A5D9-537BF174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8C35F-FBC4-28FF-6A95-0465F0E8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68DEB-0688-2CEF-5D7F-C5C5D3BE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11161-A175-B337-6BD5-D42DCDF49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E9750-AE82-57A6-9BD8-44C897560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B4F05-5D00-4FE9-A7B3-50538A3AD70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DD525-1E0A-F3D0-8F6E-56300759A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42329-61B1-DC14-C6B5-DFFE78FC0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C3207-8271-4E6E-A543-D136223C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3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ea anemone in the water&#10;&#10;AI-generated content may be incorrect.">
            <a:extLst>
              <a:ext uri="{FF2B5EF4-FFF2-40B4-BE49-F238E27FC236}">
                <a16:creationId xmlns:a16="http://schemas.microsoft.com/office/drawing/2014/main" id="{62170D7C-7E89-1DEC-5047-F4437E9F2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6" b="16629"/>
          <a:stretch>
            <a:fillRect/>
          </a:stretch>
        </p:blipFill>
        <p:spPr>
          <a:xfrm>
            <a:off x="0" y="0"/>
            <a:ext cx="1221216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03168F-8DA7-79AB-6ABF-1DB69C6AA7ED}"/>
              </a:ext>
            </a:extLst>
          </p:cNvPr>
          <p:cNvSpPr txBox="1"/>
          <p:nvPr/>
        </p:nvSpPr>
        <p:spPr>
          <a:xfrm>
            <a:off x="8688945" y="965450"/>
            <a:ext cx="2090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Tentacles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1A22F-9DC8-B8D2-07E2-A0C3B34376EA}"/>
              </a:ext>
            </a:extLst>
          </p:cNvPr>
          <p:cNvSpPr txBox="1"/>
          <p:nvPr/>
        </p:nvSpPr>
        <p:spPr>
          <a:xfrm>
            <a:off x="8883386" y="5222140"/>
            <a:ext cx="2017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Oral Disc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3580D1-DBA2-0571-E59D-D34BD82FDF61}"/>
              </a:ext>
            </a:extLst>
          </p:cNvPr>
          <p:cNvCxnSpPr>
            <a:cxnSpLocks/>
          </p:cNvCxnSpPr>
          <p:nvPr/>
        </p:nvCxnSpPr>
        <p:spPr>
          <a:xfrm flipH="1" flipV="1">
            <a:off x="6894786" y="3899338"/>
            <a:ext cx="1988600" cy="1566041"/>
          </a:xfrm>
          <a:prstGeom prst="straightConnector1">
            <a:avLst/>
          </a:prstGeom>
          <a:ln w="4127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E191A1-F225-439A-1618-0120E1ABDD67}"/>
              </a:ext>
            </a:extLst>
          </p:cNvPr>
          <p:cNvCxnSpPr>
            <a:cxnSpLocks/>
          </p:cNvCxnSpPr>
          <p:nvPr/>
        </p:nvCxnSpPr>
        <p:spPr>
          <a:xfrm flipH="1">
            <a:off x="7373006" y="1430107"/>
            <a:ext cx="1315939" cy="701890"/>
          </a:xfrm>
          <a:prstGeom prst="straightConnector1">
            <a:avLst/>
          </a:prstGeom>
          <a:ln w="444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67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cky beach with water and rocks&#10;&#10;AI-generated content may be incorrect.">
            <a:extLst>
              <a:ext uri="{FF2B5EF4-FFF2-40B4-BE49-F238E27FC236}">
                <a16:creationId xmlns:a16="http://schemas.microsoft.com/office/drawing/2014/main" id="{713B8FB2-42ED-0DE7-8DC9-8E972F6FD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71"/>
          <a:stretch>
            <a:fillRect/>
          </a:stretch>
        </p:blipFill>
        <p:spPr>
          <a:xfrm>
            <a:off x="94130" y="116197"/>
            <a:ext cx="6001870" cy="6625603"/>
          </a:xfrm>
          <a:prstGeom prst="rect">
            <a:avLst/>
          </a:prstGeom>
        </p:spPr>
      </p:pic>
      <p:pic>
        <p:nvPicPr>
          <p:cNvPr id="10" name="Picture 9" descr="A rocky beach with waves crashing on it&#10;&#10;AI-generated content may be incorrect.">
            <a:extLst>
              <a:ext uri="{FF2B5EF4-FFF2-40B4-BE49-F238E27FC236}">
                <a16:creationId xmlns:a16="http://schemas.microsoft.com/office/drawing/2014/main" id="{48C00DAF-B1E9-CA0D-A225-EE00DECAC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7" b="5321"/>
          <a:stretch>
            <a:fillRect/>
          </a:stretch>
        </p:blipFill>
        <p:spPr>
          <a:xfrm>
            <a:off x="6219265" y="116199"/>
            <a:ext cx="5862919" cy="662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3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3B3CCCB0-2A95-7FDB-5A78-3B542AC9A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44"/>
            <a:ext cx="12192000" cy="538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88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lue and black lines&#10;&#10;AI-generated content may be incorrect.">
            <a:extLst>
              <a:ext uri="{FF2B5EF4-FFF2-40B4-BE49-F238E27FC236}">
                <a16:creationId xmlns:a16="http://schemas.microsoft.com/office/drawing/2014/main" id="{58909973-4F01-267E-2170-97F1ACC4C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251"/>
            <a:ext cx="12192000" cy="5421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7A3937-CB91-A191-C8CE-9A9CC21D1977}"/>
              </a:ext>
            </a:extLst>
          </p:cNvPr>
          <p:cNvSpPr txBox="1"/>
          <p:nvPr/>
        </p:nvSpPr>
        <p:spPr>
          <a:xfrm>
            <a:off x="954619" y="1434951"/>
            <a:ext cx="522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974C8-76AE-BBC5-6AD7-83BE8384CA03}"/>
              </a:ext>
            </a:extLst>
          </p:cNvPr>
          <p:cNvSpPr txBox="1"/>
          <p:nvPr/>
        </p:nvSpPr>
        <p:spPr>
          <a:xfrm>
            <a:off x="4751172" y="1434951"/>
            <a:ext cx="522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521A8-6E78-5747-203B-51D6994902CE}"/>
              </a:ext>
            </a:extLst>
          </p:cNvPr>
          <p:cNvSpPr txBox="1"/>
          <p:nvPr/>
        </p:nvSpPr>
        <p:spPr>
          <a:xfrm>
            <a:off x="2195156" y="10925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AC0E3-0042-EE0B-22FB-4ADE701B5395}"/>
              </a:ext>
            </a:extLst>
          </p:cNvPr>
          <p:cNvSpPr txBox="1"/>
          <p:nvPr/>
        </p:nvSpPr>
        <p:spPr>
          <a:xfrm>
            <a:off x="2918618" y="15772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DE136-5F69-89ED-47F1-276C1263FE7A}"/>
              </a:ext>
            </a:extLst>
          </p:cNvPr>
          <p:cNvSpPr txBox="1"/>
          <p:nvPr/>
        </p:nvSpPr>
        <p:spPr>
          <a:xfrm>
            <a:off x="3888584" y="207250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8F244-D0A4-1958-45C2-8BC986EE6938}"/>
              </a:ext>
            </a:extLst>
          </p:cNvPr>
          <p:cNvSpPr txBox="1"/>
          <p:nvPr/>
        </p:nvSpPr>
        <p:spPr>
          <a:xfrm>
            <a:off x="5660333" y="1777261"/>
            <a:ext cx="535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EC7714-864A-DC37-C37A-D91E16BAD788}"/>
              </a:ext>
            </a:extLst>
          </p:cNvPr>
          <p:cNvSpPr txBox="1"/>
          <p:nvPr/>
        </p:nvSpPr>
        <p:spPr>
          <a:xfrm>
            <a:off x="6760240" y="2177371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84642F-09CC-A498-A23B-0F4D6B89FB5A}"/>
              </a:ext>
            </a:extLst>
          </p:cNvPr>
          <p:cNvSpPr txBox="1"/>
          <p:nvPr/>
        </p:nvSpPr>
        <p:spPr>
          <a:xfrm>
            <a:off x="7692569" y="2971218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81E81-061A-00DC-A98A-A7F857B05009}"/>
              </a:ext>
            </a:extLst>
          </p:cNvPr>
          <p:cNvSpPr txBox="1"/>
          <p:nvPr/>
        </p:nvSpPr>
        <p:spPr>
          <a:xfrm>
            <a:off x="8647311" y="38560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9116AB-098A-B275-C794-55CDEDC9AFE6}"/>
              </a:ext>
            </a:extLst>
          </p:cNvPr>
          <p:cNvSpPr txBox="1"/>
          <p:nvPr/>
        </p:nvSpPr>
        <p:spPr>
          <a:xfrm>
            <a:off x="9602175" y="4086846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632FF-CEDF-F82F-67A6-90A09FEFD88B}"/>
              </a:ext>
            </a:extLst>
          </p:cNvPr>
          <p:cNvSpPr txBox="1"/>
          <p:nvPr/>
        </p:nvSpPr>
        <p:spPr>
          <a:xfrm>
            <a:off x="10500887" y="373498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C023A7-A0A7-3492-01E0-FED042F48FFF}"/>
              </a:ext>
            </a:extLst>
          </p:cNvPr>
          <p:cNvSpPr txBox="1"/>
          <p:nvPr/>
        </p:nvSpPr>
        <p:spPr>
          <a:xfrm>
            <a:off x="11473364" y="383583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460AA-2B42-7C77-6056-FF63F93EE217}"/>
              </a:ext>
            </a:extLst>
          </p:cNvPr>
          <p:cNvSpPr txBox="1"/>
          <p:nvPr/>
        </p:nvSpPr>
        <p:spPr>
          <a:xfrm>
            <a:off x="7106793" y="1438706"/>
            <a:ext cx="3822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Algal Cell Drop (see figures 5 &amp; 6)</a:t>
            </a:r>
            <a:endParaRPr lang="en-US" sz="2000" b="0" dirty="0">
              <a:effectLst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388F1E-9157-56B2-23BD-A26FBAD0CE84}"/>
              </a:ext>
            </a:extLst>
          </p:cNvPr>
          <p:cNvCxnSpPr>
            <a:cxnSpLocks/>
          </p:cNvCxnSpPr>
          <p:nvPr/>
        </p:nvCxnSpPr>
        <p:spPr>
          <a:xfrm flipH="1" flipV="1">
            <a:off x="5454935" y="1131442"/>
            <a:ext cx="24349" cy="4205523"/>
          </a:xfrm>
          <a:prstGeom prst="line">
            <a:avLst/>
          </a:prstGeom>
          <a:ln w="603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11D7E4-2CE8-C7DD-8059-5362467B111C}"/>
              </a:ext>
            </a:extLst>
          </p:cNvPr>
          <p:cNvCxnSpPr>
            <a:cxnSpLocks/>
          </p:cNvCxnSpPr>
          <p:nvPr/>
        </p:nvCxnSpPr>
        <p:spPr>
          <a:xfrm flipH="1" flipV="1">
            <a:off x="5479284" y="1478371"/>
            <a:ext cx="1579004" cy="16039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09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709DA79-8F95-18B0-0522-15924EDE8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750"/>
            <a:ext cx="12192000" cy="542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027FE1-2759-DF91-ECBB-DE45CC32A901}"/>
              </a:ext>
            </a:extLst>
          </p:cNvPr>
          <p:cNvSpPr txBox="1"/>
          <p:nvPr/>
        </p:nvSpPr>
        <p:spPr>
          <a:xfrm>
            <a:off x="7044186" y="1926516"/>
            <a:ext cx="1914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Algal Cell Drop (see figures 5 &amp; 6)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D4B255-C335-6B8A-C899-967A3FF5B2CC}"/>
              </a:ext>
            </a:extLst>
          </p:cNvPr>
          <p:cNvCxnSpPr>
            <a:cxnSpLocks/>
          </p:cNvCxnSpPr>
          <p:nvPr/>
        </p:nvCxnSpPr>
        <p:spPr>
          <a:xfrm flipH="1" flipV="1">
            <a:off x="5957047" y="1136276"/>
            <a:ext cx="24407" cy="4230669"/>
          </a:xfrm>
          <a:prstGeom prst="line">
            <a:avLst/>
          </a:prstGeom>
          <a:ln w="603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15059F-E250-307A-2241-E019C01EAA2B}"/>
              </a:ext>
            </a:extLst>
          </p:cNvPr>
          <p:cNvCxnSpPr>
            <a:cxnSpLocks/>
          </p:cNvCxnSpPr>
          <p:nvPr/>
        </p:nvCxnSpPr>
        <p:spPr>
          <a:xfrm flipH="1" flipV="1">
            <a:off x="6048961" y="1926516"/>
            <a:ext cx="995225" cy="18058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2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showing the temperature decrease&#10;&#10;AI-generated content may be incorrect.">
            <a:extLst>
              <a:ext uri="{FF2B5EF4-FFF2-40B4-BE49-F238E27FC236}">
                <a16:creationId xmlns:a16="http://schemas.microsoft.com/office/drawing/2014/main" id="{A929BD9A-D253-3A05-795A-33328A2A3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299094" cy="686004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CA5632-7821-1451-20E0-360857A79674}"/>
              </a:ext>
            </a:extLst>
          </p:cNvPr>
          <p:cNvSpPr txBox="1"/>
          <p:nvPr/>
        </p:nvSpPr>
        <p:spPr>
          <a:xfrm>
            <a:off x="7086021" y="2769199"/>
            <a:ext cx="191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Algal Cell Drop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D5B89F-7CEE-E5CF-8992-CA567D9AEEF6}"/>
              </a:ext>
            </a:extLst>
          </p:cNvPr>
          <p:cNvCxnSpPr>
            <a:cxnSpLocks/>
          </p:cNvCxnSpPr>
          <p:nvPr/>
        </p:nvCxnSpPr>
        <p:spPr>
          <a:xfrm flipH="1" flipV="1">
            <a:off x="6006983" y="995530"/>
            <a:ext cx="16306" cy="5214098"/>
          </a:xfrm>
          <a:prstGeom prst="line">
            <a:avLst/>
          </a:prstGeom>
          <a:ln w="603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64E403-B3B2-27B0-6AE5-BB4909A4632F}"/>
              </a:ext>
            </a:extLst>
          </p:cNvPr>
          <p:cNvCxnSpPr>
            <a:cxnSpLocks/>
          </p:cNvCxnSpPr>
          <p:nvPr/>
        </p:nvCxnSpPr>
        <p:spPr>
          <a:xfrm flipH="1" flipV="1">
            <a:off x="6090796" y="2769199"/>
            <a:ext cx="995225" cy="18058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95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blue and yellow lines&#10;&#10;AI-generated content may be incorrect.">
            <a:extLst>
              <a:ext uri="{FF2B5EF4-FFF2-40B4-BE49-F238E27FC236}">
                <a16:creationId xmlns:a16="http://schemas.microsoft.com/office/drawing/2014/main" id="{9B5B92DA-AA6F-1EDC-CDA7-7C67658D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7173"/>
            <a:ext cx="12186368" cy="4698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288DAD-531F-3E63-3AEF-D6192DD00039}"/>
              </a:ext>
            </a:extLst>
          </p:cNvPr>
          <p:cNvSpPr txBox="1"/>
          <p:nvPr/>
        </p:nvSpPr>
        <p:spPr>
          <a:xfrm>
            <a:off x="6393820" y="2912136"/>
            <a:ext cx="1149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Algal Cell </a:t>
            </a:r>
          </a:p>
          <a:p>
            <a:pPr algn="ctr"/>
            <a:r>
              <a:rPr lang="en-US" dirty="0"/>
              <a:t>Drop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1BC71B-103C-FCA3-5599-338E2F5DA4B0}"/>
              </a:ext>
            </a:extLst>
          </p:cNvPr>
          <p:cNvCxnSpPr>
            <a:cxnSpLocks/>
          </p:cNvCxnSpPr>
          <p:nvPr/>
        </p:nvCxnSpPr>
        <p:spPr>
          <a:xfrm flipV="1">
            <a:off x="5942943" y="1489821"/>
            <a:ext cx="0" cy="3332521"/>
          </a:xfrm>
          <a:prstGeom prst="line">
            <a:avLst/>
          </a:prstGeom>
          <a:ln w="603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5647E-1E39-6F7E-8AE9-873509D7E6DA}"/>
              </a:ext>
            </a:extLst>
          </p:cNvPr>
          <p:cNvCxnSpPr>
            <a:cxnSpLocks/>
          </p:cNvCxnSpPr>
          <p:nvPr/>
        </p:nvCxnSpPr>
        <p:spPr>
          <a:xfrm flipH="1">
            <a:off x="6007353" y="3087451"/>
            <a:ext cx="46124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5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1F29A69C-8F05-2336-33BF-5BCEF3956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8872"/>
            <a:ext cx="5844618" cy="4924092"/>
          </a:xfrm>
          <a:prstGeom prst="rect">
            <a:avLst/>
          </a:prstGeom>
        </p:spPr>
      </p:pic>
      <p:pic>
        <p:nvPicPr>
          <p:cNvPr id="7" name="Picture 6" descr="A chart with lines and dots&#10;&#10;AI-generated content may be incorrect.">
            <a:extLst>
              <a:ext uri="{FF2B5EF4-FFF2-40B4-BE49-F238E27FC236}">
                <a16:creationId xmlns:a16="http://schemas.microsoft.com/office/drawing/2014/main" id="{C181DE04-5D27-D8D4-CACB-BFE10609F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18" y="1048872"/>
            <a:ext cx="6252814" cy="492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67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44</Words>
  <Application>Microsoft Office PowerPoint</Application>
  <PresentationFormat>Widescreen</PresentationFormat>
  <Paragraphs>22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Espinoza</dc:creator>
  <cp:lastModifiedBy>Jesse Espinoza</cp:lastModifiedBy>
  <cp:revision>1</cp:revision>
  <dcterms:created xsi:type="dcterms:W3CDTF">2025-09-07T16:43:00Z</dcterms:created>
  <dcterms:modified xsi:type="dcterms:W3CDTF">2025-09-07T19:32:02Z</dcterms:modified>
</cp:coreProperties>
</file>